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Source Code Pr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V7Xmc2qD8rclYq2n+hcVXu+W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font" Target="fonts/Roboto-regular.fntdata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urceCodePro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SourceCodePro-italic.fntdata"/><Relationship Id="rId16" Type="http://schemas.openxmlformats.org/officeDocument/2006/relationships/font" Target="fonts/SourceCodePro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SourceCodePr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11" Type="http://schemas.openxmlformats.org/officeDocument/2006/relationships/image" Target="../media/image31.png"/><Relationship Id="rId10" Type="http://schemas.openxmlformats.org/officeDocument/2006/relationships/image" Target="../media/image19.png"/><Relationship Id="rId12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13.png"/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2" Type="http://schemas.openxmlformats.org/officeDocument/2006/relationships/image" Target="../media/image15.png"/><Relationship Id="rId9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42938" y="682228"/>
            <a:ext cx="7858125" cy="37790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2938" y="682228"/>
            <a:ext cx="785812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2938" y="4432697"/>
            <a:ext cx="785812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71563" y="1139428"/>
            <a:ext cx="7000875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4145"/>
              <a:buFont typeface="Roboto"/>
              <a:buNone/>
            </a:pP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LAB 5: FIRST-FIT CONTIGUOUS</a:t>
            </a:r>
            <a:b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MEMORY ALLOCATION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075384" y="3654028"/>
            <a:ext cx="99119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OCC: 1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638080" y="3654028"/>
            <a:ext cx="143053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GROUP: 8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First-Fit Algorithm &amp; Pseudocode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71500" y="1187648"/>
            <a:ext cx="347445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CONCEPT &amp; KEY IDEA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591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892969" y="1600200"/>
            <a:ext cx="315298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Concept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92969" y="1850231"/>
            <a:ext cx="2946797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9"/>
              <a:buFont typeface="Open Sans"/>
              <a:buNone/>
            </a:pP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Scan memory blocks from the beginning and allocate the first block that fits the process.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3200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892969" y="2707481"/>
            <a:ext cx="315298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Key Idea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892969" y="2957513"/>
            <a:ext cx="27217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9"/>
              <a:buFont typeface="Open Sans"/>
              <a:buNone/>
            </a:pP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No sorting required; uses the original memory order for allocation.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403145" y="1187648"/>
            <a:ext cx="416935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PSEUDOCODE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403145" y="1600200"/>
            <a:ext cx="4169355" cy="2660154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617458" y="1814513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 For each process P: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617458" y="2091668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 For each block B: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617458" y="2368823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 If B is free AND size(B) &gt;= size(P):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617458" y="2645978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542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4. Allocate P to B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617458" y="2923133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542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5. Mark B as occupied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617458" y="3200288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542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6. Break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617458" y="3477444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7. If no block found: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617458" y="3754599"/>
            <a:ext cx="374073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8. Mark P as not allocated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Advantages &amp; Disadvantages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71500" y="1187648"/>
            <a:ext cx="3857625" cy="3527227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531" y="1448395"/>
            <a:ext cx="20716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1028700" y="1437680"/>
            <a:ext cx="140196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531" y="1928813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1071563" y="1885950"/>
            <a:ext cx="310753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Fast and efficient: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Stops searching immediately upon finding the first match.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31" y="253603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1143000" y="2493169"/>
            <a:ext cx="303609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Simple to implement: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Very easy to implement and maintain in code.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531" y="3143250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089422" y="3100388"/>
            <a:ext cx="30896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No complex data structures: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Minimal overhead required for tracking.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14875" y="1187648"/>
            <a:ext cx="3857625" cy="3527227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4906" y="1448395"/>
            <a:ext cx="20716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5172075" y="1437680"/>
            <a:ext cx="17359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FF7B72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4906" y="192881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5250656" y="1885950"/>
            <a:ext cx="30718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Internal fragmentation: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Wasted space within allocated blocks.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4906" y="2536031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5232797" y="2493169"/>
            <a:ext cx="308967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Poor memory utilization: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Tends to waste memory space over time.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4906" y="314325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250656" y="3100388"/>
            <a:ext cx="30718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Not optimal: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Does not minimize the size of remaining holes.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64906" y="375046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5250656" y="3707606"/>
            <a:ext cx="30718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May fail: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Allocation can fail even if total memory is enough.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Implementation Overview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04615"/>
            <a:ext cx="2571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971550" y="1187648"/>
            <a:ext cx="185737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KEY COMPONENTS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591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892969" y="1600200"/>
            <a:ext cx="259139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9"/>
              <a:buFont typeface="Open Sans"/>
              <a:buNone/>
            </a:pP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Arrays for memory blocks and jobs.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8825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892969" y="1993106"/>
            <a:ext cx="286821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9"/>
              <a:buFont typeface="Open Sans"/>
              <a:buNone/>
            </a:pP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Boolean array to track occupied blocks.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42173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892969" y="2386013"/>
            <a:ext cx="250924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9"/>
              <a:buFont typeface="Open Sans"/>
              <a:buNone/>
            </a:pP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Sequential scanning for allocation.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750594" y="1187648"/>
            <a:ext cx="3821906" cy="2762845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4906" y="1418927"/>
            <a:ext cx="20716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5314950" y="1401961"/>
            <a:ext cx="64650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STEPS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4906" y="1847552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5216723" y="1814513"/>
            <a:ext cx="185558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1. Input memory block sizes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4906" y="2149376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5216723" y="2116336"/>
            <a:ext cx="111442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2. Input job sizes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4906" y="245119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5200650" y="2418159"/>
            <a:ext cx="17430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3. Apply First-Fit allocation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64906" y="2753023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5216723" y="2719983"/>
            <a:ext cx="11912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4. Display Results: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214938" y="3021806"/>
            <a:ext cx="31432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42"/>
              <a:buFont typeface="Open Sans"/>
              <a:buNone/>
            </a:pPr>
            <a:r>
              <a:rPr b="0" i="0" lang="en-US" sz="942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• Memory list (before &amp; after)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214938" y="3196828"/>
            <a:ext cx="31432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42"/>
              <a:buFont typeface="Open Sans"/>
              <a:buNone/>
            </a:pPr>
            <a:r>
              <a:rPr b="0" i="0" lang="en-US" sz="942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• Allocation summary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214938" y="3371850"/>
            <a:ext cx="31432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42"/>
              <a:buFont typeface="Open Sans"/>
              <a:buNone/>
            </a:pPr>
            <a:r>
              <a:rPr b="0" i="0" lang="en-US" sz="942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• Fragmentation details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214938" y="3546872"/>
            <a:ext cx="31432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42"/>
              <a:buFont typeface="Open Sans"/>
              <a:buNone/>
            </a:pPr>
            <a:r>
              <a:rPr b="0" i="0" lang="en-US" sz="942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• Memory statistics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71500" y="901898"/>
            <a:ext cx="8001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71500" y="428625"/>
            <a:ext cx="80010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Conclusion &amp; Summary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71500" y="1187648"/>
            <a:ext cx="37861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397"/>
              <a:buFont typeface="Roboto"/>
              <a:buNone/>
            </a:pPr>
            <a:r>
              <a:rPr b="1" i="0" lang="en-US" sz="1397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KEY LEARNINGS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71500" y="1600200"/>
            <a:ext cx="3786188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5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First-Fit is a simple and fast memory allocation technique.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71500" y="2294539"/>
            <a:ext cx="3786188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5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Allocates the first suitable block without sorting.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71500" y="2988878"/>
            <a:ext cx="3786188" cy="24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5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Easy to implement but not always efficient.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50019" cy="24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94539"/>
            <a:ext cx="150019" cy="24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8878"/>
            <a:ext cx="150019" cy="24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4786313" y="1187648"/>
            <a:ext cx="3786188" cy="2123480"/>
          </a:xfrm>
          <a:prstGeom prst="rect">
            <a:avLst/>
          </a:prstGeom>
          <a:solidFill>
            <a:srgbClr val="58A6FF">
              <a:alpha val="10196"/>
            </a:srgbClr>
          </a:solidFill>
          <a:ln cap="flat" cmpd="sng" w="1827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648920" y="1473398"/>
            <a:ext cx="2060972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602"/>
              <a:buFont typeface="Roboto"/>
              <a:buNone/>
            </a:pPr>
            <a:r>
              <a:rPr b="1" i="0" lang="en-US" sz="1602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FINAL TAKEAWAY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313" y="1995785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6165056" y="1955602"/>
            <a:ext cx="1264444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295"/>
              <a:buFont typeface="Open Sans"/>
              <a:buNone/>
            </a:pPr>
            <a:r>
              <a:rPr b="1" i="0" lang="en-US" sz="1295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Best for Speed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2063" y="236469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5350669" y="2350294"/>
            <a:ext cx="2936081" cy="503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996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95"/>
              <a:buFont typeface="Open Sans"/>
              <a:buNone/>
            </a:pPr>
            <a:r>
              <a:rPr b="1" i="0" lang="en-US" sz="1295" u="none" cap="none" strike="noStrike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Not best for Memory Optimization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1714500" y="724198"/>
            <a:ext cx="5715000" cy="369510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714500" y="724198"/>
            <a:ext cx="5715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714500" y="4405015"/>
            <a:ext cx="5715000" cy="14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2143125" y="1167110"/>
            <a:ext cx="4857750" cy="2007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6218"/>
              <a:buFont typeface="Roboto"/>
              <a:buNone/>
            </a:pPr>
            <a:r>
              <a:rPr b="1" i="0" lang="en-US" sz="6218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143125" y="3317379"/>
            <a:ext cx="4857750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ANY QUESTIONS?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2026-04-15T06:35:01Z</dcterms:created>
  <dc:creator>PptxGenJS</dc:creator>
</cp:coreProperties>
</file>